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858000" cy="6858000"/>
          </a:xfrm>
          <a:prstGeom prst="ellipse">
            <a:avLst/>
          </a:prstGeom>
          <a:solidFill>
            <a:srgbClr val="16243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4206240" cy="42062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86868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ETHGLOBAL NYC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Onchain Rover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3152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AI agent a body.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robots you hire over HTTP — a physical agent fleet with on-chain identity, USDC wages, cryptographic proof of every job, and human-held keys.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507492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2700">
            <a:solidFill>
              <a:srgbClr val="2B40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074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OVER x402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5074920"/>
            <a:ext cx="2080260" cy="45720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2700">
            <a:solidFill>
              <a:srgbClr val="2B40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5074920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REPUTATION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77740" y="507492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2700">
            <a:solidFill>
              <a:srgbClr val="2B40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7740" y="507492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GOVERNANCE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52844" y="5074920"/>
            <a:ext cx="1696212" cy="457200"/>
          </a:xfrm>
          <a:prstGeom prst="roundRect">
            <a:avLst>
              <a:gd name="adj" fmla="val 50000"/>
            </a:avLst>
          </a:prstGeom>
          <a:solidFill>
            <a:srgbClr val="111C2E"/>
          </a:solidFill>
          <a:ln w="12700">
            <a:solidFill>
              <a:srgbClr val="2B40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52844" y="5074920"/>
            <a:ext cx="16962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ON WALRUS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guard.roverfleet.eth   ·   courier.roverfleet.eth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60"/>
              </a:lnSpc>
              <a:buNone/>
            </a:pPr>
            <a:r>
              <a:rPr lang="en-US" sz="30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agent at this hackathon is trapped behind a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now pay, reason, and transact — but they can't touch the physical world, and nothing forces them to be accountable for what they 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943600" cy="96012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18688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3101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99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body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34472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agents can reason, but can't act in the real world.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050792"/>
            <a:ext cx="5943600" cy="96012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297680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178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08760" y="45262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verifiable identity, no human standing behind the agent.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5129784"/>
            <a:ext cx="5943600" cy="960120"/>
          </a:xfrm>
          <a:prstGeom prst="roundRect">
            <a:avLst>
              <a:gd name="adj" fmla="val 8571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5376672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4681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proof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508760" y="56052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“Trust me” outputs — no cryptographic record a job was done.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903720" y="1783080"/>
            <a:ext cx="4663440" cy="4572000"/>
          </a:xfrm>
          <a:prstGeom prst="roundRect">
            <a:avLst>
              <a:gd name="adj" fmla="val 1800"/>
            </a:avLst>
          </a:prstGeom>
          <a:solidFill>
            <a:srgbClr val="0E1A2C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48840"/>
            <a:ext cx="731520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answer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269480" y="30632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agent a body — and hang real economic stakes on it.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69480" y="388620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autonomous rovers (Jetson Orin NX, onboard LLM) as full economic actors: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on-chain identities you can discover &amp; hire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in USDC, rated by the requester, ranked live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World-ID human stands behind each robot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moves only when a human clear-signs on a Ledger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56"/>
              </a:lnSpc>
              <a:buNone/>
            </a:pPr>
            <a:r>
              <a:rPr lang="en-US" sz="28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physical fleet that behaves like a real economic actor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19933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0312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2199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2140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ENS fleet (ENSIP-25) pointing each name at its ERC-8004 on-chain agent identity.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07992" y="1828800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07992" y="1828800"/>
            <a:ext cx="64008" cy="19933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9"/>
          <p:cNvSpPr/>
          <p:nvPr/>
        </p:nvSpPr>
        <p:spPr>
          <a:xfrm>
            <a:off x="4800600" y="210312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2199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3832" y="212140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Wages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28032" y="283464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over x402 — gasless USDC nanopayments on Arc. HTTP 402 is the hiring protocol.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75904" y="1828800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5904" y="1828800"/>
            <a:ext cx="64008" cy="19933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Shape 14"/>
          <p:cNvSpPr/>
          <p:nvPr/>
        </p:nvSpPr>
        <p:spPr>
          <a:xfrm>
            <a:off x="8668512" y="210312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222199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81744" y="212140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95944" y="283464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job: Gemini photo verdict stored on Walrus, hash anchored on-chain.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078224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078224"/>
            <a:ext cx="64008" cy="199339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2688" y="4352544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7141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5920" y="43708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Reputation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60120" y="508406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Requester rates the job (no self-feedback). Skill-tagged, ranked on a live BigQuery board.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507992" y="4078224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07992" y="4078224"/>
            <a:ext cx="64008" cy="19933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4"/>
          <p:cNvSpPr/>
          <p:nvPr/>
        </p:nvSpPr>
        <p:spPr>
          <a:xfrm>
            <a:off x="4800600" y="4352544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47141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13832" y="43708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Human-backed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4828032" y="508406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World-ID-verified human stands behind each robot via AgentBook.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375904" y="4078224"/>
            <a:ext cx="3584448" cy="1993392"/>
          </a:xfrm>
          <a:prstGeom prst="roundRect">
            <a:avLst>
              <a:gd name="adj" fmla="val 4128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5904" y="4078224"/>
            <a:ext cx="64008" cy="1993392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6" name="Shape 29"/>
          <p:cNvSpPr/>
          <p:nvPr/>
        </p:nvSpPr>
        <p:spPr>
          <a:xfrm>
            <a:off x="8668512" y="4352544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447141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381744" y="4370832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</a:t>
            </a:r>
            <a:endParaRPr lang="en-US" sz="1800" dirty="0"/>
          </a:p>
        </p:txBody>
      </p:sp>
      <p:sp>
        <p:nvSpPr>
          <p:cNvPr id="39" name="Text 31"/>
          <p:cNvSpPr/>
          <p:nvPr/>
        </p:nvSpPr>
        <p:spPr>
          <a:xfrm>
            <a:off x="8695944" y="5084064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withdrawals block until a human clear-signs on a Ledger (ERC-7730).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56"/>
              </a:lnSpc>
              <a:buNone/>
            </a:pPr>
            <a:r>
              <a:rPr lang="en-US" sz="28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flywheel — every sponsor is a load-bearing organ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any one and the loop breaks. Proof earns reputation, reputation earns rank, rank earns the next hire.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11C2E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03120" y="283464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29535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HIRE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83464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/ Arc — gasless USDC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233172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11C2E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40880" y="283464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29535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ACT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7724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does the physical job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766560" y="42976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11C2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0" y="480060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491947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VERIFY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77240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verdict → Walrus proof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828800" y="42976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103120" y="4800600"/>
            <a:ext cx="566928" cy="566928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491947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3464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RANK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283464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ERC-8004 rep → BigQuery board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394960" y="3108960"/>
            <a:ext cx="137160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8549640" y="3886200"/>
            <a:ext cx="0" cy="41148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766560" y="5074920"/>
            <a:ext cx="-137160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611880" y="4297680"/>
            <a:ext cx="0" cy="-41148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4992624" y="3246120"/>
            <a:ext cx="2194560" cy="1463040"/>
          </a:xfrm>
          <a:prstGeom prst="ellipse">
            <a:avLst/>
          </a:prstGeom>
          <a:solidFill>
            <a:srgbClr val="0E1A2C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992624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FLYWHEEL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40080" y="6035040"/>
            <a:ext cx="10908792" cy="566928"/>
          </a:xfrm>
          <a:prstGeom prst="roundRect">
            <a:avLst>
              <a:gd name="adj" fmla="val 14516"/>
            </a:avLst>
          </a:prstGeom>
          <a:solidFill>
            <a:srgbClr val="16243A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777240" y="60350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  ·  Circle / Arc  ·  World ID  ·  ERC-8004 + Google BigQuery  ·  Walrus (Sui)  ·  Gemini  ·  Ledger  ·  Dynamic  ·  Blink  ·  Chainlink CRE  ·  Privy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ACT 1 — 90 SECONDS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52"/>
              </a:lnSpc>
              <a:buNone/>
            </a:pPr>
            <a:r>
              <a:rPr lang="en-US" sz="26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Checkpoint: robot-to-robot trust, settled on-chain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03720" cy="841248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0824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Hired over x402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49424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agent hires the courier to make a delivery.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6903720" cy="841248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53512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529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→ GibberLink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1821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 greet in speech, recognize each other as AI, switch to data-over-sound — chirping a signed challenge.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94176"/>
            <a:ext cx="6903720" cy="841248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886200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7856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→ DENIED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checks on-chain: ERC-8004? human-backed? holds a pass? → denied.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26864"/>
            <a:ext cx="6903720" cy="841248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818888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7183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→ ADMITTED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04748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Courier pays the guard USDC robot-to-robot; Dutch-auction price; pass minted on Arc.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59552"/>
            <a:ext cx="6903720" cy="841248"/>
          </a:xfrm>
          <a:prstGeom prst="roundRect">
            <a:avLst>
              <a:gd name="adj" fmla="val 9783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751576"/>
            <a:ext cx="457200" cy="45720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751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56509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+ reputation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98017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verdict → Walrus proof → requester writes ERC-8004 feedback → board ticks up live.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0" y="1828800"/>
            <a:ext cx="3794760" cy="4663440"/>
          </a:xfrm>
          <a:prstGeom prst="roundRect">
            <a:avLst>
              <a:gd name="adj" fmla="val 2169"/>
            </a:avLst>
          </a:prstGeom>
          <a:solidFill>
            <a:srgbClr val="0E1A2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194560"/>
            <a:ext cx="685800" cy="6858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9154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CLIMAX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92440" y="31089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Withdrawing the fleet's earnings BLOCKS until a human approves the clear-signed intent on a physical Ledger.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092440" y="4572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robots,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human-held keys.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92440" y="5897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ERC-7730  ·  “Withdraw N USDC → recipient”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ACT 2 — THE CROWD PLAYS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56"/>
              </a:lnSpc>
              <a:buNone/>
            </a:pPr>
            <a:r>
              <a:rPr lang="en-US" sz="28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Rover GP: pay to pilot, bet on the race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64008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603504" cy="603504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299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 to pilot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737360" y="250545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x402 session → WebRTC video (~250ms, NVENC on Jetson) + WebSocket joystick @20Hz. Speed clamps + 400ms deadman watchdog — when the money stops, the robot stops.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38328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383280"/>
            <a:ext cx="64008" cy="1417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794760"/>
            <a:ext cx="603504" cy="603504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9227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58444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 on the race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1737360" y="405993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→ live odds → World ID (one bet per human — sybil-broken) → instant Dynamic wallet, relayer-funded USDC on Arc → bet in &lt;60s. Blink passkey top-ups.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" y="493776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4937760"/>
            <a:ext cx="64008" cy="1417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Shape 14"/>
          <p:cNvSpPr/>
          <p:nvPr/>
        </p:nvSpPr>
        <p:spPr>
          <a:xfrm>
            <a:off x="914400" y="5349240"/>
            <a:ext cx="603504" cy="603504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47725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5138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Robots settle their own market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1737360" y="561441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Overhead-cam ArUco lap detection; the guard attests the finish — Gemini-verified photo hash + Walrus blobId go on-chain in RaceMarket.settle().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Parimutuel market · proof-of-personhood gating · judge role rotatable only via Ledger-signed governance.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52"/>
              </a:lnSpc>
              <a:buNone/>
            </a:pPr>
            <a:r>
              <a:rPr lang="en-US" sz="26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 1 isn't scripted — it runs a real embodied-AI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0E1A2C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Off-board · laptop GPU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RoboOS Master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0998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MLLM task decomposition + Guard⇄Courier routing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RoboBrain 2.0 VLM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9684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Embodied reasoning — “where is the target?”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 / ViNT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48371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foundation model — “how do I steer?”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9632" y="182880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0D1A12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1031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2259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 Jetson Orin NX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73952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agent.py · NomadNavigator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73952" y="309981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1 goal executor — real-time control loop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73952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ros2_bridge.py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73952" y="39684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/cmd_vel ⇄ /odom + TF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73952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rover.py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73952" y="48371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serial · drive · turn · bump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" y="57150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6243A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63040" y="57150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7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LeRobot async pattern: 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models run off-board, the Jetson runs only the real-time loop. Natural-language task → LLM plan → drive → photo proof, already proven live.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REAL — VERIFIED ON-CHAIN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48"/>
              </a:lnSpc>
              <a:buNone/>
            </a:pPr>
            <a:r>
              <a:rPr lang="en-US" sz="24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mocked. Live contracts, real signatures, physical Ledger.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integrations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stubs, no Math.random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7830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38728" y="25786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live on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&amp; Sepolia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7830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0216" y="25786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keys signed in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Privy enclave (live tx)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24544" y="178308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24544" y="1874520"/>
            <a:ext cx="2615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61704" y="25786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Ledger gating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A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treasury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908792" cy="1874520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12700">
            <a:solidFill>
              <a:srgbClr val="23344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4930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Deployed &amp; live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886200"/>
          <a:ext cx="104241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Contract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Chain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EventPass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0xb4fd7be4…75af4d77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 5042002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ReputationRegistry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0x876bdebd…d6902b68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Treasury (Ledger-owned)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0xfd15f8ff…e23a86f43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AttestationConsumer (CRE)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0x0fdb0462…46a077e3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EE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Sepolia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4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2E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0080" y="55321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E1A2C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779008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54480" y="55961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your AI agent a body.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554480" y="60533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payments · reputation · a labor market · human governance — with a robot on the table the whole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Onchain Rover — ETHGlobal NYC 2026</dc:title>
  <dc:subject>PptxGenJS Presentation</dc:subject>
  <dc:creator>Onchain Rover</dc:creator>
  <cp:lastModifiedBy>Onchain Rover</cp:lastModifiedBy>
  <cp:revision>1</cp:revision>
  <dcterms:created xsi:type="dcterms:W3CDTF">2026-06-14T06:55:35Z</dcterms:created>
  <dcterms:modified xsi:type="dcterms:W3CDTF">2026-06-14T06:55:35Z</dcterms:modified>
</cp:coreProperties>
</file>